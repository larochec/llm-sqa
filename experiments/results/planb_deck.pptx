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E6EDF3"/>
                </a:solidFill>
              </a:rPr>
              <a:t>Plan B</a:t>
            </a:r>
          </a:p>
          <a:p>
            <a:r>
              <a:rPr sz="2200">
                <a:solidFill>
                  <a:srgbClr val="9AA7B4"/>
                </a:solidFill>
              </a:rPr>
              <a:t>De-specializing SALMONN-SQA into a calibrated, multi-dimensional speech-quality 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29768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E6EDF3"/>
                </a:solidFill>
              </a:rPr>
              <a:t>Turning a lenient noise specialist into a model that perceives, names, and scores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E6EDF3"/>
                </a:solidFill>
              </a:rPr>
              <a:t>every common degradation — and emits a de-compressed, calibrated MOS.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Every training input is public — LibriTTS-R + MUSAN + OpenSLR SLR28 RIRs.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Clement Laroche · published model ckpt_stage2_open · VoiceBank-DEMAND held-out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The model: SALMONN-7B, SQA-finetuned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Audio LLM: two frozen encoders → a trained audio bottleneck → frozen Vicuna-7B + small LoRA.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Whisper-Large-v2 — mel→1280-d. ASR-trained, deliberately reverb-invariant.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BEATs — raw waveform → 768-d acoustic-event features.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Window Q-Former — ~0.33s windows → ~88 tokens. TRAINED. ~17:1 compression.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Linear projection 768→4096, spliced at &lt;SpeechHere&gt;. TRAINED.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Vicuna-7B-v1.5 + LoRA (r=8, α=28). Base FROZEN, LoRA TRAINED.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Plan B trains only the green blocks + LoRA. Encoders stay frozen.</a:t>
            </a:r>
          </a:p>
        </p:txBody>
      </p:sp>
      <p:pic>
        <p:nvPicPr>
          <p:cNvPr id="6" name="Picture 5" descr="_dia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4778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The problem: a lenient noise specialist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Good additive-noise descriptions — but as a quality meter, weak and blind to whole classes.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① MOS isn't a usable scale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Coarse 5 discrete values, floored at 2.5. Agrees with PESQ/NISQA/DNSMOS at only ρ 0.40–0.49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— yet those metrics agree with each other at 0.72–0.82. It is the outlier.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② Blind to whole degradation types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Reverb ρ(MOS,severity) = −0.11 (no response). Weak on bandwidth (−0.39), clipping (−0.33).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③ Blind to enhancement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Denoise: every objective metric improves, MOS moves +0.03.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④ Brittle output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OOD degradation → made-up JSON schema. Acquiescent: leading yes/no → always YES.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Goal: keep the descriptive ability; add perception + calibration across ALL degradations.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Evidence of the blindness (original model)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Left: MOS barely tracks SNR, and sits in a narrow high band — the floored, compressed scale.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Right: vs DNSMOS / NISQA / PESQ the MOS quantizes into a few horizontal stripes (ρ 0.40–0.49).</a:t>
            </a:r>
          </a:p>
        </p:txBody>
      </p:sp>
      <p:pic>
        <p:nvPicPr>
          <p:cNvPr id="6" name="Picture 5" descr="mos_vs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26130"/>
            <a:ext cx="5303520" cy="1988820"/>
          </a:xfrm>
          <a:prstGeom prst="rect">
            <a:avLst/>
          </a:prstGeom>
        </p:spPr>
      </p:pic>
      <p:pic>
        <p:nvPicPr>
          <p:cNvPr id="7" name="Picture 6" descr="mos_vs_neu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3525012"/>
            <a:ext cx="53035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Experiment design: de-risk, then train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_diag_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881360" cy="19305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788920"/>
            <a:ext cx="11155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Ask the key question cheaply, first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Whisper is reverb-invariant; Q-Former compresses 17:1. If reverb/bandwidth info is destroyed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in the frozen front-end, no LoRA training recovers it → would need to unfreeze encoders (heavy).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The hypothesis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Blindness lives in the LLM's learned read-out (only ever trained on noise), not the architecture.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If true, the fix is data + targets — not surgery on the encoders.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Stage 0 — is degradation decodable from frozen features?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Known-parameter degradations → features at 4 frozen taps → linear probe (PCA+ridge),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scored by R²+Spearman, held out by utterance.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A linear probe is the point: tests whether info is linearly decodable, not buried.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Taps: whisper · beats · concat · qformer (the bottleneck that reaches the LLM)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Result — PASSED. R² 0.82–0.95, Spearman 0.90–0.98 at every tap, incl. Q-Former output.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Decision: keep encoders frozen; the fix is data + targets.</a:t>
            </a:r>
          </a:p>
        </p:txBody>
      </p:sp>
      <p:pic>
        <p:nvPicPr>
          <p:cNvPr id="6" name="Picture 5" descr="stage0_r2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Stage 0 — the signal survives to the LLM's doorstep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Where the blindness actually is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Predicted-vs-true RT60 / cutoff / clip-fraction sit on y=x at every tap, incl. qformer.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The degradation reaches the LLM intact — the model was never taught to read it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(its read-out head was trained only on additive noise).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Each axis is probed one-at-a-time → proves per-axis detectability, not type-discrimination.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Discriminating WHICH degradation is the residual that the synthetic-type data fixes.</a:t>
            </a:r>
          </a:p>
        </p:txBody>
      </p:sp>
      <p:pic>
        <p:nvPicPr>
          <p:cNvPr id="6" name="Picture 5" descr="stage0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37982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Data generation: on-the-fly, known-parameter corpus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Clean speech — leakage-safe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Train: LibriTTS-R train-clean-100 — 4,000 clips. Val: dev-clean — 300 clips.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No VCTK speakers → disjoint from VoiceBank-DEMAND eval. No DEMAND noise in training.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Description text — Opus 4.8 paraphrase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~740 unique profiles → one Opus 4.8 call each → grounding-verified prose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All 4,300 descriptions paraphrased, 0 template fallbacks.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74136"/>
          <a:ext cx="11064239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6859828"/>
                <a:gridCol w="1991563"/>
              </a:tblGrid>
              <a:tr h="39547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axis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how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real SLR28 RIRs (Apache-2.0) + synthetic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2,138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real MUSAN + synth white/pink/brown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codec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real Opus/MP3 → bandwidth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509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bandwidth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Butterworth low-pass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DSP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clipping / disc.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hard-clip / frame-drop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DSP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loudness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re-gain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DSP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clean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untouched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9AA7B4"/>
                </a:solidFill>
              </a:rPr>
              <a:t>Every dataset is openly licensed (CC BY 4.0 / Apache-2.0), so the whole corpus regenerates from public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Choice of artefacts &amp; the severity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8 degradation classes, each scored 1–5 from its exact applied parameter (5=pristine,1=severe).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Three design choices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Perceptual bands — thresholds follow speech-quality convention (telephone BW ≈ 3.4 kHz).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Reverb floors at 4 for any applied RIR — measured RIRs measured at distance, never truly dry;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very low DRR (&lt;−15 dB) drops one more band. (Fixed an early RT60-0.15-scored-clean mislabel.)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Use the measured effect, not the knob — clip/disc. on measured fraction; codec→measured rolloff.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74136"/>
          <a:ext cx="11064239" cy="3127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5417"/>
                <a:gridCol w="8408822"/>
              </a:tblGrid>
              <a:tr h="44674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axis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parameter → score bands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SNR: ≥30→5, 20-30→4, 12-20→3, 6-12→2, &lt;6→1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RT60: &lt;.25→4, .45→3, .70→2, &gt;.70→1; DRR&lt;−15 → −1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bandwidth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cutoff: ≥7500→5, 6000→4, 4000→3, 2500→2, &lt;2500→1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clipping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frac: 0→5, &lt;1%→4, 5%→3, 15%→2, &gt;15%→1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discontinuity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loss: 0→5, &lt;2%→4, 5%→3, 10%→2, &gt;10%→1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4674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loudness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|Δgain|: ≤3→5, 6→4, 12→3, 20→2, &gt;20→1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Targets: calibrate-then-describe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Per-dimension 1–5 scores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From exact params — direct fix for 'quality prior overrides the named dimension'.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Overall MOS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0.55·min + 0.45·mean of dim scores (worst-axis-dominant), blended 70/30 with fused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PESQ+NISQA+DNSMOS. Pure metric fusion rejected: PESQ floors on reverb, DNSMOS reverb-blind.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Expected I/O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Input: waveform + sqa_full instruction.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Stage 1 target: score block ONLY (learn calibrated numbers first).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Stage 2 target: scores + paraphrased description + Overall MOS.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Cross-entropy on target tokens only; prompt + 88 audio embeds masked to −100.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Training: two-stage LoRA-SFT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What LoRA does here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Learn tiny low-rank adapters (r=8, α=28) in Vicuna's projections — a few M params that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re-shape the read-out without disturbing the 7B frozen base.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Trainable: Q-Former + speech→LLaMA proj + Vicuna-LoRA. Frozen: Whisper, BEATs, Vicuna base.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single GPU · AMP · batch 2 × accum 8 · lr 1e-5 · warmup→cosine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Why two stages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Learn calibrated numbers in isolation first (no description tokens competing for gradient),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then describe + emit MOS on top of a representation that already rates correctly.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995928"/>
          <a:ext cx="11064238" cy="14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4425696"/>
                <a:gridCol w="2876702"/>
                <a:gridCol w="1327708"/>
              </a:tblGrid>
              <a:tr h="4815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target text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from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ep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1 — calibration</a:t>
                      </a:r>
                    </a:p>
                    <a:p>
                      <a:r>
                        <a:t>(sqa_score)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per-dimension score block only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released SQA ckpt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 — reasoning</a:t>
                      </a:r>
                    </a:p>
                    <a:p>
                      <a:r>
                        <a:t>(sqa_full)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scores + description + Overall MOS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Stage 1 best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all five findings re-measured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Held-out synthetic degradation sweep on VoiceBank-DEMAND clean (disjoint speakers).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19656"/>
          <a:ext cx="11064240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"/>
                <a:gridCol w="4425696"/>
                <a:gridCol w="6085332"/>
              </a:tblGrid>
              <a:tr h="4511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Original finding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8A6FF"/>
                          </a:solidFill>
                        </a:rPr>
                        <a:t>published (open)</a:t>
                      </a:r>
                    </a:p>
                  </a:txBody>
                  <a:tcPr>
                    <a:solidFill>
                      <a:srgbClr val="1F2630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MOS↔SNR ρ 0.37, lenient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ρ 0.46; penalizes low SNR; names noise 98% (low SNR)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ρ 0.40–0.49; 5 values floored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ρ 0.65–0.71; 63 distinct values (1.90–4.89)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 −0.27, bw −0.37, clip −0.48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reverb −0.80, bw −0.88, clip −0.81, noise −0.93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Enhancement MOS +0.03, ρ≈0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MOS gain +1.05 (91% of files), ρ +0.32</a:t>
                      </a:r>
                    </a:p>
                  </a:txBody>
                  <a:tcPr>
                    <a:solidFill>
                      <a:srgbClr val="12171E"/>
                    </a:solidFill>
                  </a:tcPr>
                </a:tc>
              </a:tr>
              <a:tr h="45110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Acquiescence → always YES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DF3"/>
                          </a:solidFill>
                        </a:rPr>
                        <a:t>calibrated discriminative scores; N/A</a:t>
                      </a:r>
                    </a:p>
                  </a:txBody>
                  <a:tcPr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5→63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distinct MOS values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4710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+0.63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real-reverb ρ vs PESQ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79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0 / 108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degenerate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86849" y="5623560"/>
            <a:ext cx="2617470" cy="960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3FB950"/>
                </a:solidFill>
              </a:rPr>
              <a:t>+1.05</a:t>
            </a:r>
          </a:p>
          <a:p>
            <a:pPr algn="ctr"/>
            <a:r>
              <a:rPr sz="1100">
                <a:solidFill>
                  <a:srgbClr val="9AA7B4"/>
                </a:solidFill>
              </a:rPr>
              <a:t>enhancement MOS gain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the MOS scale is rebuilt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Left: MOS vs SNR — the cloud spreads the full range and slopes with SNR (was a flat band).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Right: MOS vs metrics — continuous, rank-aligned (ρ 0.65–0.71); the stripes are gone.</a:t>
            </a:r>
          </a:p>
        </p:txBody>
      </p:sp>
      <p:pic>
        <p:nvPicPr>
          <p:cNvPr id="6" name="Picture 5" descr="mos_vs_snr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59836"/>
            <a:ext cx="5303520" cy="2121408"/>
          </a:xfrm>
          <a:prstGeom prst="rect">
            <a:avLst/>
          </a:prstGeom>
        </p:spPr>
      </p:pic>
      <p:pic>
        <p:nvPicPr>
          <p:cNvPr id="7" name="Picture 6" descr="mos_vs_neural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3542690"/>
            <a:ext cx="5303520" cy="15556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every axis now responds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Left: MOS vs severity — monotone downward everywhere, incl. the former reverb blind spot.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Right: enhancement — MOS rises with denoiser gain (+1.05, 91% of files): a usable enhancer evaluator.</a:t>
            </a:r>
          </a:p>
        </p:txBody>
      </p:sp>
      <p:pic>
        <p:nvPicPr>
          <p:cNvPr id="6" name="Picture 5" descr="degradation_sweep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90747"/>
            <a:ext cx="5303520" cy="1259586"/>
          </a:xfrm>
          <a:prstGeom prst="rect">
            <a:avLst/>
          </a:prstGeom>
        </p:spPr>
      </p:pic>
      <p:pic>
        <p:nvPicPr>
          <p:cNvPr id="7" name="Picture 6" descr="enhancement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79" y="3356263"/>
            <a:ext cx="5303520" cy="192855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Results: from a 5-rung ladder to a continuous 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Original emitted a handful of MOS values, floored well above the bottom of the scale.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The published model uses 63 distinct values spanning 1.90–4.89 — it meters quality, not buckets.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This de-compression lets rank-correlations climb into the band where the metrics agree.</a:t>
            </a:r>
          </a:p>
        </p:txBody>
      </p:sp>
      <p:pic>
        <p:nvPicPr>
          <p:cNvPr id="6" name="Picture 5" descr="mos_scale_usage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14107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The reverb result: why the benchmark lied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603504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Two models, two reverb distributions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Scored against PESQ — an independent metric that knows nothing about either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model's severity map — v3 and the open model disagree, but only about WHICH reverb.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synth_reverb injects an explicit direct path → synthetic reverb has an artificially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    – HIGH DRR at every RT60. v3 keys on RT60 alone, which is exactly how that sweep grades.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</a:rPr>
              <a:t>On REAL rooms the open model tracks perceived quality ~2x better (+0.63 vs +0.33).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Lesson: the held-out sweep was measuring the artefact, not the ability. The fix was 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held-out REAL-RIR control (eval_realreverb.py) — now part of the repo.</a:t>
            </a:r>
          </a:p>
        </p:txBody>
      </p:sp>
      <p:pic>
        <p:nvPicPr>
          <p:cNvPr id="6" name="Picture 5" descr="reverb_real_vs_synthe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4864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58A6FF"/>
                </a:solidFill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5568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The fine-tune turns a lenient noise specialist with a weak 5-value MOS into a calibrated rater: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MOS de-compressed (5→63), rank-aligned with PESQ/NISQA/DNSMOS (ρ 0.65–0.71)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Perceives and ranks every degradation type — incl. the former reverb blind spot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Tracks enhancement gain (+1.05 MOS, 91% of files) → a usable automatic enhancer evaluator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Names degradations in natural, grounded prose; 0 degenerate outputs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Per-dimension structured scores are the most reliable signal. The whole fix was data + targets —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9AA7B4"/>
                </a:solidFill>
              </a:rPr>
              <a:t>encoders never unfrozen, validated up-front by the Stage 0 probe.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BC8CFF"/>
                </a:solidFill>
              </a:rPr>
              <a:t>Optional further work</a:t>
            </a:r>
          </a:p>
          <a:p>
            <a:pPr>
              <a:spcAft>
                <a:spcPts val="400"/>
              </a:spcAft>
            </a:pPr>
            <a:r>
              <a:rPr sz="1450">
                <a:solidFill>
                  <a:srgbClr val="E6EDF3"/>
                </a:solidFill>
              </a:rPr>
              <a:t>•  Scale clean pool to train-clean-360 · more degradation types · scalar regression head if banding remains.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